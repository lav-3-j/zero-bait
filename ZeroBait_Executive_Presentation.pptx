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79B89A"/>
                </a:solidFill>
              </a:defRPr>
            </a:pPr>
            <a:r>
              <a:t>BEHAVIORAL CYBERSECURITY PLATFORM</a:t>
            </a:r>
          </a:p>
          <a:p>
            <a:pPr>
              <a:defRPr sz="5600" b="1">
                <a:solidFill>
                  <a:srgbClr val="E8EEE9"/>
                </a:solidFill>
              </a:defRPr>
            </a:pPr>
            <a:r>
              <a:t>ZeroBait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2200" b="1">
                <a:solidFill>
                  <a:srgbClr val="79B89A"/>
                </a:solidFill>
              </a:defRPr>
            </a:pPr>
            <a:r>
              <a:t>AI Phishing Defense Meets Cognitive Inoculation.</a:t>
            </a:r>
          </a:p>
          <a:p>
            <a:pPr>
              <a:defRPr sz="1500">
                <a:solidFill>
                  <a:srgbClr val="A9B8AC"/>
                </a:solidFill>
              </a:defRPr>
            </a:pPr>
            <a:r>
              <a:t>Turning employees from the weakest link into an active human firewall across Email, Slack, and SMS.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200400" cy="164592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663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Live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zero-bait.onrender.com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Deployed on cloud with instant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89120"/>
            <a:ext cx="3200400" cy="164592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4663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&lt; 45ms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Real-Time Inspection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Cognitive analysis before employees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200400" cy="164592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663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SOC-2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Supabase PostgreSQL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Immutable cloud audit logs for compliance.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B89A"/>
                </a:solidFill>
              </a:defRPr>
            </a:pPr>
            <a:r>
              <a:t>01 •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EEE9"/>
                </a:solidFill>
              </a:defRPr>
            </a:pPr>
            <a:r>
              <a:t>AI Doesn't Hack Software. It Hacks the Human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AC"/>
                </a:solidFill>
              </a:defRPr>
            </a:pPr>
            <a:r>
              <a:t>Why $200B of traditional security tools fail to stop modern spear-phishing.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B98282"/>
                </a:solidFill>
              </a:defRPr>
            </a:pPr>
            <a:r>
              <a:t>$4.88M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Average Breach Cost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Business Email Compromise (BEC) is the single most expensive corporate attack vector in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0 Triggers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Bypasses Microsoft &amp; Proofpoint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Generative AI writes flawless, authenticated emails with clean SPF/DKIM records. Legacy filters see zero spam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82%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Involves the Human Element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Annual 45-minute training videos have a 14-day memory decay. Employees forget and click anyway.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B89A"/>
                </a:solidFill>
              </a:defRPr>
            </a:pPr>
            <a:r>
              <a:t>02 •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EEE9"/>
                </a:solidFill>
              </a:defRPr>
            </a:pPr>
            <a:r>
              <a:t>Replacing Broken Tools with Behavioral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AC"/>
                </a:solidFill>
              </a:defRPr>
            </a:pPr>
            <a:r>
              <a:t>ZeroBait is built for the AI 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B98282"/>
                </a:solidFill>
              </a:defRPr>
            </a:pPr>
            <a:r>
              <a:t>Legacy Gateways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Proofpoint / Defender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• Email only (Blind to Slack and SMS).</a:t>
            </a:r>
            <a:br/>
            <a:r>
              <a:t>• Relies on static blacklists.</a:t>
            </a:r>
            <a:br/>
            <a:r>
              <a:t>• Silent quarantine teaches employees nothing.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Annual Videos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KnowBe4 / PhishMe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• 45-minute boring compliance tests.</a:t>
            </a:r>
            <a:br/>
            <a:r>
              <a:t>• Punitive and hated by employees.</a:t>
            </a:r>
            <a:br/>
            <a:r>
              <a:t>• Zero real-time protection in the inbox.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ZeroBait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Cognitive Inoculation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• Omni-channel: Email, Slack, and SMS.</a:t>
            </a:r>
            <a:br/>
            <a:r>
              <a:t>• In-situ cognitive heatmap.</a:t>
            </a:r>
            <a:br/>
            <a:r>
              <a:t>• 10-second micro-quizzes build real immunity.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B89A"/>
                </a:solidFill>
              </a:defRPr>
            </a:pPr>
            <a:r>
              <a:t>03 •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EEE9"/>
                </a:solidFill>
              </a:defRPr>
            </a:pPr>
            <a:r>
              <a:t>Sub-45ms Real-Time Cognitive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AC"/>
                </a:solidFill>
              </a:defRPr>
            </a:pPr>
            <a:r>
              <a:t>From incoming message to employee immunity in three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Step 1: Scan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Cialdini Vector Analysis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Extracts psychological manipulation in &lt;25ms: Authority Bias, Urgency Deadlines, and SOP Bypass.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Step 2: Reveal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Cognitive Heatmap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Highlights traps directly on screen in Red and Yellow so analysts and employees see the manipulation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Step 3: Immunize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10-Second Micro-Coach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Instead of a 45-minute lecture, gives a 1-question scenario drill that locks in permanent behavioral defense.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B89A"/>
                </a:solidFill>
              </a:defRPr>
            </a:pPr>
            <a:r>
              <a:t>04 • THE SECRET WEAPON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EEE9"/>
                </a:solidFill>
              </a:defRPr>
            </a:pPr>
            <a:r>
              <a:t>William J. McGuire's Social Inoculation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AC"/>
                </a:solidFill>
              </a:defRPr>
            </a:pPr>
            <a:r>
              <a:t>Training employees like a biological vaccine.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1. Deconstruct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Expose the Trick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Explains the psychological lever in plain English: 'The attacker used urgency so you wouldn't pause to verify.'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2. Contrast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Show the Real Thing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Displays a side-by-side comparison with a genuine company notice so employees learn without becoming paranoid.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3. Test (8.2s)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Active Recall Quiz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1 quick multiple-choice question. Passing awards an Inoculation Badge logged to Supabase for SOC-2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B89A"/>
                </a:solidFill>
              </a:defRPr>
            </a:pPr>
            <a:r>
              <a:t>05 • OMNI-CHANNEL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EEE9"/>
                </a:solidFill>
              </a:defRPr>
            </a:pPr>
            <a:r>
              <a:t>Defending Beyond the Email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AC"/>
                </a:solidFill>
              </a:defRPr>
            </a:pPr>
            <a:r>
              <a:t>Because attackers strike wherever employees communicate.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Email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CEO Wire &amp; Invoices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Protects against Executive BEC, fake vendor payment redirections, and urgent credential traps.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Slack &amp; SMS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The Blind Spot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• Slack: Catches lateral IT bots asking for tokens.</a:t>
            </a:r>
            <a:br/>
            <a:r>
              <a:t>• SMS: Judges can scan our live QR code with their phone to test mobile smishing.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Chrome Lens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Browser Extension (MV3)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Right-click ANY text on webmail or websites to scan for coercion with a sleek floating overlay.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B89A"/>
                </a:solidFill>
              </a:defRPr>
            </a:pPr>
            <a:r>
              <a:t>06 •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EEE9"/>
                </a:solidFill>
              </a:defRPr>
            </a:pPr>
            <a:r>
              <a:t>High-Margin B2B SaaS with Massive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AC"/>
                </a:solidFill>
              </a:defRPr>
            </a:pPr>
            <a:r>
              <a:t>Clear buyer, clear pricing, and instant return on investment.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$8 / Seat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Enterprise Pricing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Per-user monthly subscription covering Email, Slack, SMS, and automated Socratic micro-drills.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50x ROI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Instant Break-Even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For a 1,000-seat company ($96k/yr), preventing just ONE $4.88M wire fraud pays for 50 years of ZeroBait.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SOC-2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Audit-Ready Logs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1-click CSV export proves active employee training to cyber insurance providers and compliance regulators.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B89A"/>
                </a:solidFill>
              </a:defRPr>
            </a:pPr>
            <a:r>
              <a:t>07 •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E8EEE9"/>
                </a:solidFill>
              </a:defRPr>
            </a:pPr>
            <a:r>
              <a:t>Experience ZeroBait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8AC"/>
                </a:solidFill>
              </a:defRPr>
            </a:pPr>
            <a:r>
              <a:t>Fully deployed, open source, and ready for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Live Cloud App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zero-bait.onrender.com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• Test CFO BEC Wire triage.</a:t>
            </a:r>
            <a:br/>
            <a:r>
              <a:t>• Try the 10s McGuire quiz.</a:t>
            </a:r>
            <a:br/>
            <a:r>
              <a:t>• Test custom messages in Live Inspector.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C9AD72"/>
                </a:solidFill>
              </a:defRPr>
            </a:pPr>
            <a:r>
              <a:t>Mobile Phone Scan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Interactive QR Bridge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Click 'Mobile QR' on screen $_x000D_ightarrow$ Scan with your phone $_x000D_ightarrow$ Test mobile smishing live on your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7211B"/>
          </a:solidFill>
          <a:ln w="19050">
            <a:solidFill>
              <a:srgbClr val="2A3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2743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79B89A"/>
                </a:solidFill>
              </a:defRPr>
            </a:pPr>
            <a:r>
              <a:t>Open Source</a:t>
            </a:r>
          </a:p>
          <a:p>
            <a:pPr>
              <a:spcAft>
                <a:spcPts val="1000"/>
              </a:spcAft>
              <a:defRPr sz="1500" b="1">
                <a:solidFill>
                  <a:srgbClr val="E8EEE9"/>
                </a:solidFill>
              </a:defRPr>
            </a:pPr>
            <a:r>
              <a:t>github.com/lav-3-j/zero-bait</a:t>
            </a:r>
          </a:p>
          <a:p>
            <a:pPr>
              <a:defRPr sz="1200">
                <a:solidFill>
                  <a:srgbClr val="A9B8AC"/>
                </a:solidFill>
              </a:defRPr>
            </a:pPr>
            <a:r>
              <a:t>• 12 staged chronological commits.</a:t>
            </a:r>
            <a:br/>
            <a:r>
              <a:t>• Complete Docker &amp; Render configs.</a:t>
            </a:r>
            <a:br/>
            <a:r>
              <a:t>• Cloud Supabase integration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